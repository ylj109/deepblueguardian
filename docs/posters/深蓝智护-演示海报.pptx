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主视觉封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背景与痛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感知层浮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通信与边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数字孪生大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AI赤潮预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红树林遥感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管理后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成果与价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